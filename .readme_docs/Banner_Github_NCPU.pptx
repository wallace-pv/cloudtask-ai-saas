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41190863" cy="10299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7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31517A-BF1F-424F-BC3A-2D03C8526EF6}" v="2" dt="2026-05-26T20:13:39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7" autoAdjust="0"/>
    <p:restoredTop sz="94660"/>
  </p:normalViewPr>
  <p:slideViewPr>
    <p:cSldViewPr snapToGrid="0">
      <p:cViewPr varScale="1">
        <p:scale>
          <a:sx n="20" d="100"/>
          <a:sy n="20" d="100"/>
        </p:scale>
        <p:origin x="78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Ditzel Patriota" userId="72905d894d010fb5" providerId="LiveId" clId="{11FCD27B-4CE6-4C4F-8910-5BFBB0654483}"/>
    <pc:docChg chg="undo custSel modSld">
      <pc:chgData name="Guilherme Ditzel Patriota" userId="72905d894d010fb5" providerId="LiveId" clId="{11FCD27B-4CE6-4C4F-8910-5BFBB0654483}" dt="2026-05-26T20:13:50.125" v="23" actId="20577"/>
      <pc:docMkLst>
        <pc:docMk/>
      </pc:docMkLst>
      <pc:sldChg chg="modSp mod">
        <pc:chgData name="Guilherme Ditzel Patriota" userId="72905d894d010fb5" providerId="LiveId" clId="{11FCD27B-4CE6-4C4F-8910-5BFBB0654483}" dt="2026-05-26T20:13:50.125" v="23" actId="20577"/>
        <pc:sldMkLst>
          <pc:docMk/>
          <pc:sldMk cId="2012489269" sldId="256"/>
        </pc:sldMkLst>
        <pc:spChg chg="mod">
          <ac:chgData name="Guilherme Ditzel Patriota" userId="72905d894d010fb5" providerId="LiveId" clId="{11FCD27B-4CE6-4C4F-8910-5BFBB0654483}" dt="2026-05-26T20:13:50.125" v="23" actId="20577"/>
          <ac:spMkLst>
            <pc:docMk/>
            <pc:sldMk cId="2012489269" sldId="256"/>
            <ac:spMk id="2" creationId="{BF643AF9-0052-1A58-F36F-696CA02A23E7}"/>
          </ac:spMkLst>
        </pc:spChg>
        <pc:spChg chg="mod">
          <ac:chgData name="Guilherme Ditzel Patriota" userId="72905d894d010fb5" providerId="LiveId" clId="{11FCD27B-4CE6-4C4F-8910-5BFBB0654483}" dt="2026-05-26T20:13:42.252" v="4"/>
          <ac:spMkLst>
            <pc:docMk/>
            <pc:sldMk cId="2012489269" sldId="256"/>
            <ac:spMk id="6" creationId="{0AF42E7D-7CE3-01CB-D42F-1B05CD74D18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8858" y="1685623"/>
            <a:ext cx="30893147" cy="3585821"/>
          </a:xfrm>
        </p:spPr>
        <p:txBody>
          <a:bodyPr anchor="b"/>
          <a:lstStyle>
            <a:lvl1pPr algn="ctr">
              <a:defRPr sz="901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8858" y="5409728"/>
            <a:ext cx="30893147" cy="2486709"/>
          </a:xfrm>
        </p:spPr>
        <p:txBody>
          <a:bodyPr/>
          <a:lstStyle>
            <a:lvl1pPr marL="0" indent="0" algn="ctr">
              <a:buNone/>
              <a:defRPr sz="3605"/>
            </a:lvl1pPr>
            <a:lvl2pPr marL="686669" indent="0" algn="ctr">
              <a:buNone/>
              <a:defRPr sz="3004"/>
            </a:lvl2pPr>
            <a:lvl3pPr marL="1373337" indent="0" algn="ctr">
              <a:buNone/>
              <a:defRPr sz="2703"/>
            </a:lvl3pPr>
            <a:lvl4pPr marL="2060006" indent="0" algn="ctr">
              <a:buNone/>
              <a:defRPr sz="2403"/>
            </a:lvl4pPr>
            <a:lvl5pPr marL="2746675" indent="0" algn="ctr">
              <a:buNone/>
              <a:defRPr sz="2403"/>
            </a:lvl5pPr>
            <a:lvl6pPr marL="3433343" indent="0" algn="ctr">
              <a:buNone/>
              <a:defRPr sz="2403"/>
            </a:lvl6pPr>
            <a:lvl7pPr marL="4120012" indent="0" algn="ctr">
              <a:buNone/>
              <a:defRPr sz="2403"/>
            </a:lvl7pPr>
            <a:lvl8pPr marL="4806681" indent="0" algn="ctr">
              <a:buNone/>
              <a:defRPr sz="2403"/>
            </a:lvl8pPr>
            <a:lvl9pPr marL="5493349" indent="0" algn="ctr">
              <a:buNone/>
              <a:defRPr sz="2403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29F03-BFF4-4D7F-B4B7-038F2A57863A}" type="datetimeFigureOut">
              <a:rPr lang="en-CA" smtClean="0"/>
              <a:t>2026-05-26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9C040-8D73-4876-A130-F12135E1EF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8519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29F03-BFF4-4D7F-B4B7-038F2A57863A}" type="datetimeFigureOut">
              <a:rPr lang="en-CA" smtClean="0"/>
              <a:t>2026-05-26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9C040-8D73-4876-A130-F12135E1EF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1230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0418" y="2567774"/>
            <a:ext cx="35527119" cy="4284388"/>
          </a:xfrm>
        </p:spPr>
        <p:txBody>
          <a:bodyPr anchor="b"/>
          <a:lstStyle>
            <a:lvl1pPr>
              <a:defRPr sz="901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0418" y="6892694"/>
            <a:ext cx="35527119" cy="2253059"/>
          </a:xfrm>
        </p:spPr>
        <p:txBody>
          <a:bodyPr/>
          <a:lstStyle>
            <a:lvl1pPr marL="0" indent="0">
              <a:buNone/>
              <a:defRPr sz="3605">
                <a:solidFill>
                  <a:schemeClr val="tx1">
                    <a:tint val="75000"/>
                  </a:schemeClr>
                </a:solidFill>
              </a:defRPr>
            </a:lvl1pPr>
            <a:lvl2pPr marL="686669" indent="0">
              <a:buNone/>
              <a:defRPr sz="3004">
                <a:solidFill>
                  <a:schemeClr val="tx1">
                    <a:tint val="75000"/>
                  </a:schemeClr>
                </a:solidFill>
              </a:defRPr>
            </a:lvl2pPr>
            <a:lvl3pPr marL="1373337" indent="0">
              <a:buNone/>
              <a:defRPr sz="2703">
                <a:solidFill>
                  <a:schemeClr val="tx1">
                    <a:tint val="75000"/>
                  </a:schemeClr>
                </a:solidFill>
              </a:defRPr>
            </a:lvl3pPr>
            <a:lvl4pPr marL="2060006" indent="0">
              <a:buNone/>
              <a:defRPr sz="2403">
                <a:solidFill>
                  <a:schemeClr val="tx1">
                    <a:tint val="75000"/>
                  </a:schemeClr>
                </a:solidFill>
              </a:defRPr>
            </a:lvl4pPr>
            <a:lvl5pPr marL="2746675" indent="0">
              <a:buNone/>
              <a:defRPr sz="2403">
                <a:solidFill>
                  <a:schemeClr val="tx1">
                    <a:tint val="75000"/>
                  </a:schemeClr>
                </a:solidFill>
              </a:defRPr>
            </a:lvl5pPr>
            <a:lvl6pPr marL="3433343" indent="0">
              <a:buNone/>
              <a:defRPr sz="2403">
                <a:solidFill>
                  <a:schemeClr val="tx1">
                    <a:tint val="75000"/>
                  </a:schemeClr>
                </a:solidFill>
              </a:defRPr>
            </a:lvl6pPr>
            <a:lvl7pPr marL="4120012" indent="0">
              <a:buNone/>
              <a:defRPr sz="2403">
                <a:solidFill>
                  <a:schemeClr val="tx1">
                    <a:tint val="75000"/>
                  </a:schemeClr>
                </a:solidFill>
              </a:defRPr>
            </a:lvl7pPr>
            <a:lvl8pPr marL="4806681" indent="0">
              <a:buNone/>
              <a:defRPr sz="2403">
                <a:solidFill>
                  <a:schemeClr val="tx1">
                    <a:tint val="75000"/>
                  </a:schemeClr>
                </a:solidFill>
              </a:defRPr>
            </a:lvl8pPr>
            <a:lvl9pPr marL="5493349" indent="0">
              <a:buNone/>
              <a:defRPr sz="2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29F03-BFF4-4D7F-B4B7-038F2A57863A}" type="datetimeFigureOut">
              <a:rPr lang="en-CA" smtClean="0"/>
              <a:t>2026-05-26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9C040-8D73-4876-A130-F12135E1EF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831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31872" y="2741818"/>
            <a:ext cx="17506117" cy="65350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2874" y="2741818"/>
            <a:ext cx="17506117" cy="65350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29F03-BFF4-4D7F-B4B7-038F2A57863A}" type="datetimeFigureOut">
              <a:rPr lang="en-CA" smtClean="0"/>
              <a:t>2026-05-26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9C040-8D73-4876-A130-F12135E1EF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0213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7237" y="548365"/>
            <a:ext cx="35527119" cy="199079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7239" y="2524858"/>
            <a:ext cx="17425664" cy="1237394"/>
          </a:xfrm>
        </p:spPr>
        <p:txBody>
          <a:bodyPr anchor="b"/>
          <a:lstStyle>
            <a:lvl1pPr marL="0" indent="0">
              <a:buNone/>
              <a:defRPr sz="3605" b="1"/>
            </a:lvl1pPr>
            <a:lvl2pPr marL="686669" indent="0">
              <a:buNone/>
              <a:defRPr sz="3004" b="1"/>
            </a:lvl2pPr>
            <a:lvl3pPr marL="1373337" indent="0">
              <a:buNone/>
              <a:defRPr sz="2703" b="1"/>
            </a:lvl3pPr>
            <a:lvl4pPr marL="2060006" indent="0">
              <a:buNone/>
              <a:defRPr sz="2403" b="1"/>
            </a:lvl4pPr>
            <a:lvl5pPr marL="2746675" indent="0">
              <a:buNone/>
              <a:defRPr sz="2403" b="1"/>
            </a:lvl5pPr>
            <a:lvl6pPr marL="3433343" indent="0">
              <a:buNone/>
              <a:defRPr sz="2403" b="1"/>
            </a:lvl6pPr>
            <a:lvl7pPr marL="4120012" indent="0">
              <a:buNone/>
              <a:defRPr sz="2403" b="1"/>
            </a:lvl7pPr>
            <a:lvl8pPr marL="4806681" indent="0">
              <a:buNone/>
              <a:defRPr sz="2403" b="1"/>
            </a:lvl8pPr>
            <a:lvl9pPr marL="5493349" indent="0">
              <a:buNone/>
              <a:defRPr sz="240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37239" y="3762252"/>
            <a:ext cx="17425664" cy="553370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852874" y="2524858"/>
            <a:ext cx="17511482" cy="1237394"/>
          </a:xfrm>
        </p:spPr>
        <p:txBody>
          <a:bodyPr anchor="b"/>
          <a:lstStyle>
            <a:lvl1pPr marL="0" indent="0">
              <a:buNone/>
              <a:defRPr sz="3605" b="1"/>
            </a:lvl1pPr>
            <a:lvl2pPr marL="686669" indent="0">
              <a:buNone/>
              <a:defRPr sz="3004" b="1"/>
            </a:lvl2pPr>
            <a:lvl3pPr marL="1373337" indent="0">
              <a:buNone/>
              <a:defRPr sz="2703" b="1"/>
            </a:lvl3pPr>
            <a:lvl4pPr marL="2060006" indent="0">
              <a:buNone/>
              <a:defRPr sz="2403" b="1"/>
            </a:lvl4pPr>
            <a:lvl5pPr marL="2746675" indent="0">
              <a:buNone/>
              <a:defRPr sz="2403" b="1"/>
            </a:lvl5pPr>
            <a:lvl6pPr marL="3433343" indent="0">
              <a:buNone/>
              <a:defRPr sz="2403" b="1"/>
            </a:lvl6pPr>
            <a:lvl7pPr marL="4120012" indent="0">
              <a:buNone/>
              <a:defRPr sz="2403" b="1"/>
            </a:lvl7pPr>
            <a:lvl8pPr marL="4806681" indent="0">
              <a:buNone/>
              <a:defRPr sz="2403" b="1"/>
            </a:lvl8pPr>
            <a:lvl9pPr marL="5493349" indent="0">
              <a:buNone/>
              <a:defRPr sz="240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852874" y="3762252"/>
            <a:ext cx="17511482" cy="553370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29F03-BFF4-4D7F-B4B7-038F2A57863A}" type="datetimeFigureOut">
              <a:rPr lang="en-CA" smtClean="0"/>
              <a:t>2026-05-26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9C040-8D73-4876-A130-F12135E1EF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8145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29F03-BFF4-4D7F-B4B7-038F2A57863A}" type="datetimeFigureOut">
              <a:rPr lang="en-CA" smtClean="0"/>
              <a:t>2026-05-26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9C040-8D73-4876-A130-F12135E1EF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9820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29F03-BFF4-4D7F-B4B7-038F2A57863A}" type="datetimeFigureOut">
              <a:rPr lang="en-CA" smtClean="0"/>
              <a:t>2026-05-26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9C040-8D73-4876-A130-F12135E1EF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2142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7239" y="686647"/>
            <a:ext cx="13285124" cy="2403263"/>
          </a:xfrm>
        </p:spPr>
        <p:txBody>
          <a:bodyPr anchor="b"/>
          <a:lstStyle>
            <a:lvl1pPr>
              <a:defRPr sz="480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11482" y="1482967"/>
            <a:ext cx="20852874" cy="7319463"/>
          </a:xfrm>
        </p:spPr>
        <p:txBody>
          <a:bodyPr/>
          <a:lstStyle>
            <a:lvl1pPr>
              <a:defRPr sz="4806"/>
            </a:lvl1pPr>
            <a:lvl2pPr>
              <a:defRPr sz="4205"/>
            </a:lvl2pPr>
            <a:lvl3pPr>
              <a:defRPr sz="3605"/>
            </a:lvl3pPr>
            <a:lvl4pPr>
              <a:defRPr sz="3004"/>
            </a:lvl4pPr>
            <a:lvl5pPr>
              <a:defRPr sz="3004"/>
            </a:lvl5pPr>
            <a:lvl6pPr>
              <a:defRPr sz="3004"/>
            </a:lvl6pPr>
            <a:lvl7pPr>
              <a:defRPr sz="3004"/>
            </a:lvl7pPr>
            <a:lvl8pPr>
              <a:defRPr sz="3004"/>
            </a:lvl8pPr>
            <a:lvl9pPr>
              <a:defRPr sz="3004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7239" y="3089910"/>
            <a:ext cx="13285124" cy="5724440"/>
          </a:xfrm>
        </p:spPr>
        <p:txBody>
          <a:bodyPr/>
          <a:lstStyle>
            <a:lvl1pPr marL="0" indent="0">
              <a:buNone/>
              <a:defRPr sz="2403"/>
            </a:lvl1pPr>
            <a:lvl2pPr marL="686669" indent="0">
              <a:buNone/>
              <a:defRPr sz="2103"/>
            </a:lvl2pPr>
            <a:lvl3pPr marL="1373337" indent="0">
              <a:buNone/>
              <a:defRPr sz="1802"/>
            </a:lvl3pPr>
            <a:lvl4pPr marL="2060006" indent="0">
              <a:buNone/>
              <a:defRPr sz="1502"/>
            </a:lvl4pPr>
            <a:lvl5pPr marL="2746675" indent="0">
              <a:buNone/>
              <a:defRPr sz="1502"/>
            </a:lvl5pPr>
            <a:lvl6pPr marL="3433343" indent="0">
              <a:buNone/>
              <a:defRPr sz="1502"/>
            </a:lvl6pPr>
            <a:lvl7pPr marL="4120012" indent="0">
              <a:buNone/>
              <a:defRPr sz="1502"/>
            </a:lvl7pPr>
            <a:lvl8pPr marL="4806681" indent="0">
              <a:buNone/>
              <a:defRPr sz="1502"/>
            </a:lvl8pPr>
            <a:lvl9pPr marL="5493349" indent="0">
              <a:buNone/>
              <a:defRPr sz="15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29F03-BFF4-4D7F-B4B7-038F2A57863A}" type="datetimeFigureOut">
              <a:rPr lang="en-CA" smtClean="0"/>
              <a:t>2026-05-26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9C040-8D73-4876-A130-F12135E1EF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6166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7239" y="686647"/>
            <a:ext cx="13285124" cy="2403263"/>
          </a:xfrm>
        </p:spPr>
        <p:txBody>
          <a:bodyPr anchor="b"/>
          <a:lstStyle>
            <a:lvl1pPr>
              <a:defRPr sz="480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511482" y="1482967"/>
            <a:ext cx="20852874" cy="7319463"/>
          </a:xfrm>
        </p:spPr>
        <p:txBody>
          <a:bodyPr anchor="t"/>
          <a:lstStyle>
            <a:lvl1pPr marL="0" indent="0">
              <a:buNone/>
              <a:defRPr sz="4806"/>
            </a:lvl1pPr>
            <a:lvl2pPr marL="686669" indent="0">
              <a:buNone/>
              <a:defRPr sz="4205"/>
            </a:lvl2pPr>
            <a:lvl3pPr marL="1373337" indent="0">
              <a:buNone/>
              <a:defRPr sz="3605"/>
            </a:lvl3pPr>
            <a:lvl4pPr marL="2060006" indent="0">
              <a:buNone/>
              <a:defRPr sz="3004"/>
            </a:lvl4pPr>
            <a:lvl5pPr marL="2746675" indent="0">
              <a:buNone/>
              <a:defRPr sz="3004"/>
            </a:lvl5pPr>
            <a:lvl6pPr marL="3433343" indent="0">
              <a:buNone/>
              <a:defRPr sz="3004"/>
            </a:lvl6pPr>
            <a:lvl7pPr marL="4120012" indent="0">
              <a:buNone/>
              <a:defRPr sz="3004"/>
            </a:lvl7pPr>
            <a:lvl8pPr marL="4806681" indent="0">
              <a:buNone/>
              <a:defRPr sz="3004"/>
            </a:lvl8pPr>
            <a:lvl9pPr marL="5493349" indent="0">
              <a:buNone/>
              <a:defRPr sz="3004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7239" y="3089910"/>
            <a:ext cx="13285124" cy="5724440"/>
          </a:xfrm>
        </p:spPr>
        <p:txBody>
          <a:bodyPr/>
          <a:lstStyle>
            <a:lvl1pPr marL="0" indent="0">
              <a:buNone/>
              <a:defRPr sz="2403"/>
            </a:lvl1pPr>
            <a:lvl2pPr marL="686669" indent="0">
              <a:buNone/>
              <a:defRPr sz="2103"/>
            </a:lvl2pPr>
            <a:lvl3pPr marL="1373337" indent="0">
              <a:buNone/>
              <a:defRPr sz="1802"/>
            </a:lvl3pPr>
            <a:lvl4pPr marL="2060006" indent="0">
              <a:buNone/>
              <a:defRPr sz="1502"/>
            </a:lvl4pPr>
            <a:lvl5pPr marL="2746675" indent="0">
              <a:buNone/>
              <a:defRPr sz="1502"/>
            </a:lvl5pPr>
            <a:lvl6pPr marL="3433343" indent="0">
              <a:buNone/>
              <a:defRPr sz="1502"/>
            </a:lvl6pPr>
            <a:lvl7pPr marL="4120012" indent="0">
              <a:buNone/>
              <a:defRPr sz="1502"/>
            </a:lvl7pPr>
            <a:lvl8pPr marL="4806681" indent="0">
              <a:buNone/>
              <a:defRPr sz="1502"/>
            </a:lvl8pPr>
            <a:lvl9pPr marL="5493349" indent="0">
              <a:buNone/>
              <a:defRPr sz="15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29F03-BFF4-4D7F-B4B7-038F2A57863A}" type="datetimeFigureOut">
              <a:rPr lang="en-CA" smtClean="0"/>
              <a:t>2026-05-26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9C040-8D73-4876-A130-F12135E1EF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4314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29F03-BFF4-4D7F-B4B7-038F2A57863A}" type="datetimeFigureOut">
              <a:rPr lang="en-CA" smtClean="0"/>
              <a:t>2026-05-26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9C040-8D73-4876-A130-F12135E1EF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1888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477211" y="548363"/>
            <a:ext cx="8881780" cy="872852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31872" y="548363"/>
            <a:ext cx="26130454" cy="872852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29F03-BFF4-4D7F-B4B7-038F2A57863A}" type="datetimeFigureOut">
              <a:rPr lang="en-CA" smtClean="0"/>
              <a:t>2026-05-26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9C040-8D73-4876-A130-F12135E1EF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1561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31872" y="548365"/>
            <a:ext cx="35527119" cy="19907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1872" y="2741818"/>
            <a:ext cx="35527119" cy="65350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31872" y="9546297"/>
            <a:ext cx="9267944" cy="5483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29F03-BFF4-4D7F-B4B7-038F2A57863A}" type="datetimeFigureOut">
              <a:rPr lang="en-CA" smtClean="0"/>
              <a:t>2026-05-26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44474" y="9546297"/>
            <a:ext cx="13901916" cy="5483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091047" y="9546297"/>
            <a:ext cx="9267944" cy="5483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9C040-8D73-4876-A130-F12135E1EF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425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3337" rtl="0" eaLnBrk="1" latinLnBrk="0" hangingPunct="1">
        <a:lnSpc>
          <a:spcPct val="90000"/>
        </a:lnSpc>
        <a:spcBef>
          <a:spcPct val="0"/>
        </a:spcBef>
        <a:buNone/>
        <a:defRPr sz="660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3334" indent="-343334" algn="l" defTabSz="1373337" rtl="0" eaLnBrk="1" latinLnBrk="0" hangingPunct="1">
        <a:lnSpc>
          <a:spcPct val="90000"/>
        </a:lnSpc>
        <a:spcBef>
          <a:spcPts val="1502"/>
        </a:spcBef>
        <a:buFont typeface="Arial" panose="020B0604020202020204" pitchFamily="34" charset="0"/>
        <a:buChar char="•"/>
        <a:defRPr sz="4205" kern="1200">
          <a:solidFill>
            <a:schemeClr val="tx1"/>
          </a:solidFill>
          <a:latin typeface="+mn-lt"/>
          <a:ea typeface="+mn-ea"/>
          <a:cs typeface="+mn-cs"/>
        </a:defRPr>
      </a:lvl1pPr>
      <a:lvl2pPr marL="1030003" indent="-343334" algn="l" defTabSz="1373337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3605" kern="1200">
          <a:solidFill>
            <a:schemeClr val="tx1"/>
          </a:solidFill>
          <a:latin typeface="+mn-lt"/>
          <a:ea typeface="+mn-ea"/>
          <a:cs typeface="+mn-cs"/>
        </a:defRPr>
      </a:lvl2pPr>
      <a:lvl3pPr marL="1716672" indent="-343334" algn="l" defTabSz="1373337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3004" kern="1200">
          <a:solidFill>
            <a:schemeClr val="tx1"/>
          </a:solidFill>
          <a:latin typeface="+mn-lt"/>
          <a:ea typeface="+mn-ea"/>
          <a:cs typeface="+mn-cs"/>
        </a:defRPr>
      </a:lvl3pPr>
      <a:lvl4pPr marL="2403340" indent="-343334" algn="l" defTabSz="1373337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703" kern="1200">
          <a:solidFill>
            <a:schemeClr val="tx1"/>
          </a:solidFill>
          <a:latin typeface="+mn-lt"/>
          <a:ea typeface="+mn-ea"/>
          <a:cs typeface="+mn-cs"/>
        </a:defRPr>
      </a:lvl4pPr>
      <a:lvl5pPr marL="3090009" indent="-343334" algn="l" defTabSz="1373337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703" kern="1200">
          <a:solidFill>
            <a:schemeClr val="tx1"/>
          </a:solidFill>
          <a:latin typeface="+mn-lt"/>
          <a:ea typeface="+mn-ea"/>
          <a:cs typeface="+mn-cs"/>
        </a:defRPr>
      </a:lvl5pPr>
      <a:lvl6pPr marL="3776678" indent="-343334" algn="l" defTabSz="1373337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703" kern="1200">
          <a:solidFill>
            <a:schemeClr val="tx1"/>
          </a:solidFill>
          <a:latin typeface="+mn-lt"/>
          <a:ea typeface="+mn-ea"/>
          <a:cs typeface="+mn-cs"/>
        </a:defRPr>
      </a:lvl6pPr>
      <a:lvl7pPr marL="4463346" indent="-343334" algn="l" defTabSz="1373337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703" kern="1200">
          <a:solidFill>
            <a:schemeClr val="tx1"/>
          </a:solidFill>
          <a:latin typeface="+mn-lt"/>
          <a:ea typeface="+mn-ea"/>
          <a:cs typeface="+mn-cs"/>
        </a:defRPr>
      </a:lvl7pPr>
      <a:lvl8pPr marL="5150015" indent="-343334" algn="l" defTabSz="1373337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703" kern="1200">
          <a:solidFill>
            <a:schemeClr val="tx1"/>
          </a:solidFill>
          <a:latin typeface="+mn-lt"/>
          <a:ea typeface="+mn-ea"/>
          <a:cs typeface="+mn-cs"/>
        </a:defRPr>
      </a:lvl8pPr>
      <a:lvl9pPr marL="5836684" indent="-343334" algn="l" defTabSz="1373337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7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3337" rtl="0" eaLnBrk="1" latinLnBrk="0" hangingPunct="1">
        <a:defRPr sz="2703" kern="1200">
          <a:solidFill>
            <a:schemeClr val="tx1"/>
          </a:solidFill>
          <a:latin typeface="+mn-lt"/>
          <a:ea typeface="+mn-ea"/>
          <a:cs typeface="+mn-cs"/>
        </a:defRPr>
      </a:lvl1pPr>
      <a:lvl2pPr marL="686669" algn="l" defTabSz="1373337" rtl="0" eaLnBrk="1" latinLnBrk="0" hangingPunct="1">
        <a:defRPr sz="2703" kern="1200">
          <a:solidFill>
            <a:schemeClr val="tx1"/>
          </a:solidFill>
          <a:latin typeface="+mn-lt"/>
          <a:ea typeface="+mn-ea"/>
          <a:cs typeface="+mn-cs"/>
        </a:defRPr>
      </a:lvl2pPr>
      <a:lvl3pPr marL="1373337" algn="l" defTabSz="1373337" rtl="0" eaLnBrk="1" latinLnBrk="0" hangingPunct="1">
        <a:defRPr sz="2703" kern="1200">
          <a:solidFill>
            <a:schemeClr val="tx1"/>
          </a:solidFill>
          <a:latin typeface="+mn-lt"/>
          <a:ea typeface="+mn-ea"/>
          <a:cs typeface="+mn-cs"/>
        </a:defRPr>
      </a:lvl3pPr>
      <a:lvl4pPr marL="2060006" algn="l" defTabSz="1373337" rtl="0" eaLnBrk="1" latinLnBrk="0" hangingPunct="1">
        <a:defRPr sz="2703" kern="1200">
          <a:solidFill>
            <a:schemeClr val="tx1"/>
          </a:solidFill>
          <a:latin typeface="+mn-lt"/>
          <a:ea typeface="+mn-ea"/>
          <a:cs typeface="+mn-cs"/>
        </a:defRPr>
      </a:lvl4pPr>
      <a:lvl5pPr marL="2746675" algn="l" defTabSz="1373337" rtl="0" eaLnBrk="1" latinLnBrk="0" hangingPunct="1">
        <a:defRPr sz="2703" kern="1200">
          <a:solidFill>
            <a:schemeClr val="tx1"/>
          </a:solidFill>
          <a:latin typeface="+mn-lt"/>
          <a:ea typeface="+mn-ea"/>
          <a:cs typeface="+mn-cs"/>
        </a:defRPr>
      </a:lvl5pPr>
      <a:lvl6pPr marL="3433343" algn="l" defTabSz="1373337" rtl="0" eaLnBrk="1" latinLnBrk="0" hangingPunct="1">
        <a:defRPr sz="2703" kern="1200">
          <a:solidFill>
            <a:schemeClr val="tx1"/>
          </a:solidFill>
          <a:latin typeface="+mn-lt"/>
          <a:ea typeface="+mn-ea"/>
          <a:cs typeface="+mn-cs"/>
        </a:defRPr>
      </a:lvl6pPr>
      <a:lvl7pPr marL="4120012" algn="l" defTabSz="1373337" rtl="0" eaLnBrk="1" latinLnBrk="0" hangingPunct="1">
        <a:defRPr sz="2703" kern="1200">
          <a:solidFill>
            <a:schemeClr val="tx1"/>
          </a:solidFill>
          <a:latin typeface="+mn-lt"/>
          <a:ea typeface="+mn-ea"/>
          <a:cs typeface="+mn-cs"/>
        </a:defRPr>
      </a:lvl7pPr>
      <a:lvl8pPr marL="4806681" algn="l" defTabSz="1373337" rtl="0" eaLnBrk="1" latinLnBrk="0" hangingPunct="1">
        <a:defRPr sz="2703" kern="1200">
          <a:solidFill>
            <a:schemeClr val="tx1"/>
          </a:solidFill>
          <a:latin typeface="+mn-lt"/>
          <a:ea typeface="+mn-ea"/>
          <a:cs typeface="+mn-cs"/>
        </a:defRPr>
      </a:lvl8pPr>
      <a:lvl9pPr marL="5493349" algn="l" defTabSz="1373337" rtl="0" eaLnBrk="1" latinLnBrk="0" hangingPunct="1">
        <a:defRPr sz="27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symbol, font, line">
            <a:extLst>
              <a:ext uri="{FF2B5EF4-FFF2-40B4-BE49-F238E27FC236}">
                <a16:creationId xmlns:a16="http://schemas.microsoft.com/office/drawing/2014/main" id="{9F597CA6-5C7E-896E-0B88-B52557390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2"/>
            <a:ext cx="41190863" cy="102977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F42E7D-7CE3-01CB-D42F-1B05CD74D183}"/>
              </a:ext>
            </a:extLst>
          </p:cNvPr>
          <p:cNvSpPr txBox="1"/>
          <p:nvPr/>
        </p:nvSpPr>
        <p:spPr>
          <a:xfrm>
            <a:off x="14100908" y="3294100"/>
            <a:ext cx="12989069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balanced" dir="t">
                <a:rot lat="0" lon="0" rev="11400000"/>
              </a:lightRig>
            </a:scene3d>
            <a:sp3d>
              <a:bevelT w="495300" h="101600"/>
              <a:bevelB w="88900"/>
            </a:sp3d>
          </a:bodyPr>
          <a:lstStyle/>
          <a:p>
            <a:pPr algn="ctr"/>
            <a:r>
              <a:rPr lang="pt-BR" sz="13800" dirty="0" err="1">
                <a:ln>
                  <a:solidFill>
                    <a:srgbClr val="FFA716"/>
                  </a:solidFill>
                </a:ln>
                <a:solidFill>
                  <a:srgbClr val="FFA716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CloudTask</a:t>
            </a:r>
            <a:r>
              <a:rPr lang="pt-BR" sz="13800" dirty="0">
                <a:ln>
                  <a:solidFill>
                    <a:srgbClr val="FFA716"/>
                  </a:solidFill>
                </a:ln>
                <a:solidFill>
                  <a:srgbClr val="FFA716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 AI SaaS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643AF9-0052-1A58-F36F-696CA02A23E7}"/>
              </a:ext>
            </a:extLst>
          </p:cNvPr>
          <p:cNvSpPr txBox="1"/>
          <p:nvPr/>
        </p:nvSpPr>
        <p:spPr>
          <a:xfrm>
            <a:off x="14472802" y="5532316"/>
            <a:ext cx="12245275" cy="156966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balanced" dir="t">
                <a:rot lat="0" lon="0" rev="11400000"/>
              </a:lightRig>
            </a:scene3d>
            <a:sp3d>
              <a:bevelT w="495300" h="101600"/>
              <a:bevelB w="88900"/>
            </a:sp3d>
          </a:bodyPr>
          <a:lstStyle/>
          <a:p>
            <a:pPr algn="ctr"/>
            <a:r>
              <a:rPr lang="pt-BR" sz="9600" dirty="0">
                <a:ln>
                  <a:solidFill>
                    <a:srgbClr val="FFA716"/>
                  </a:solidFill>
                </a:ln>
                <a:solidFill>
                  <a:srgbClr val="FFA716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Computação em Nuvem</a:t>
            </a:r>
          </a:p>
        </p:txBody>
      </p:sp>
    </p:spTree>
    <p:extLst>
      <p:ext uri="{BB962C8B-B14F-4D97-AF65-F5344CB8AC3E}">
        <p14:creationId xmlns:p14="http://schemas.microsoft.com/office/powerpoint/2010/main" val="2012489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13</TotalTime>
  <Words>6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Guilherme Patriota</dc:creator>
  <cp:lastModifiedBy>Guilherme Ditzel Patriota</cp:lastModifiedBy>
  <cp:revision>1</cp:revision>
  <dcterms:created xsi:type="dcterms:W3CDTF">2023-06-30T22:21:29Z</dcterms:created>
  <dcterms:modified xsi:type="dcterms:W3CDTF">2026-05-26T20:13:55Z</dcterms:modified>
</cp:coreProperties>
</file>